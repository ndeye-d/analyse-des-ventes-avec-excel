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9" r:id="rId4"/>
    <p:sldId id="264" r:id="rId5"/>
    <p:sldId id="265" r:id="rId6"/>
    <p:sldId id="266" r:id="rId7"/>
    <p:sldId id="267" r:id="rId8"/>
    <p:sldId id="268" r:id="rId9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eye Ndiemé Dieng" userId="4317284b7c0fe062" providerId="Windows Live" clId="Web-{900C3A54-4A49-1B25-8A0F-3B6A3C9F39D6}"/>
    <pc:docChg chg="addSld delSld modSld">
      <pc:chgData name="Ndeye Ndiemé Dieng" userId="4317284b7c0fe062" providerId="Windows Live" clId="Web-{900C3A54-4A49-1B25-8A0F-3B6A3C9F39D6}" dt="2025-10-20T14:07:58.930" v="255" actId="20577"/>
      <pc:docMkLst>
        <pc:docMk/>
      </pc:docMkLst>
      <pc:sldChg chg="addSp delSp modSp">
        <pc:chgData name="Ndeye Ndiemé Dieng" userId="4317284b7c0fe062" providerId="Windows Live" clId="Web-{900C3A54-4A49-1B25-8A0F-3B6A3C9F39D6}" dt="2025-10-20T10:11:11.204" v="8"/>
        <pc:sldMkLst>
          <pc:docMk/>
          <pc:sldMk cId="3784089036" sldId="256"/>
        </pc:sldMkLst>
        <pc:spChg chg="mo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1" creationId="{8555C5B3-193A-4749-9AFD-682E53CDDE8F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2" creationId="{2EAE06A6-F76A-41C9-827A-C561B004485C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3" creationId="{89F9D4E8-0639-444B-949B-9518585061AF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4" creationId="{7E3DA7A2-ED70-4BBA-AB72-00AD461FA405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5" creationId="{FC485432-3647-4218-B5D3-15D3FA222B13}"/>
          </ac:spMkLst>
        </pc:spChg>
        <pc:spChg chg="add">
          <ac:chgData name="Ndeye Ndiemé Dieng" userId="4317284b7c0fe062" providerId="Windows Live" clId="Web-{900C3A54-4A49-1B25-8A0F-3B6A3C9F39D6}" dt="2025-10-20T10:11:11.204" v="8"/>
          <ac:spMkLst>
            <pc:docMk/>
            <pc:sldMk cId="3784089036" sldId="256"/>
            <ac:spMk id="56" creationId="{F4AFDDCA-6ABA-4D23-8A5C-1BF0F4308148}"/>
          </ac:spMkLst>
        </pc:spChg>
        <pc:picChg chg="mod">
          <ac:chgData name="Ndeye Ndiemé Dieng" userId="4317284b7c0fe062" providerId="Windows Live" clId="Web-{900C3A54-4A49-1B25-8A0F-3B6A3C9F39D6}" dt="2025-10-20T10:11:11.204" v="7"/>
          <ac:picMkLst>
            <pc:docMk/>
            <pc:sldMk cId="3784089036" sldId="256"/>
            <ac:picMk id="26" creationId="{72249E1B-6B5B-5DE6-3FBB-65BBA12C9677}"/>
          </ac:picMkLst>
        </pc:picChg>
      </pc:sldChg>
      <pc:sldChg chg="addSp delSp modSp">
        <pc:chgData name="Ndeye Ndiemé Dieng" userId="4317284b7c0fe062" providerId="Windows Live" clId="Web-{900C3A54-4A49-1B25-8A0F-3B6A3C9F39D6}" dt="2025-10-20T10:34:17.276" v="241" actId="20577"/>
        <pc:sldMkLst>
          <pc:docMk/>
          <pc:sldMk cId="3227068504" sldId="259"/>
        </pc:sldMkLst>
        <pc:spChg chg="add">
          <ac:chgData name="Ndeye Ndiemé Dieng" userId="4317284b7c0fe062" providerId="Windows Live" clId="Web-{900C3A54-4A49-1B25-8A0F-3B6A3C9F39D6}" dt="2025-10-20T10:12:38.423" v="9"/>
          <ac:spMkLst>
            <pc:docMk/>
            <pc:sldMk cId="3227068504" sldId="259"/>
            <ac:spMk id="17" creationId="{A8384FB5-9ADC-4DDC-881B-597D56F5B15D}"/>
          </ac:spMkLst>
        </pc:spChg>
        <pc:spChg chg="add">
          <ac:chgData name="Ndeye Ndiemé Dieng" userId="4317284b7c0fe062" providerId="Windows Live" clId="Web-{900C3A54-4A49-1B25-8A0F-3B6A3C9F39D6}" dt="2025-10-20T10:12:38.423" v="9"/>
          <ac:spMkLst>
            <pc:docMk/>
            <pc:sldMk cId="3227068504" sldId="259"/>
            <ac:spMk id="19" creationId="{91E5A9A7-95C6-4F4F-B00E-C82E07FE62EF}"/>
          </ac:spMkLst>
        </pc:spChg>
        <pc:spChg chg="add">
          <ac:chgData name="Ndeye Ndiemé Dieng" userId="4317284b7c0fe062" providerId="Windows Live" clId="Web-{900C3A54-4A49-1B25-8A0F-3B6A3C9F39D6}" dt="2025-10-20T10:12:38.423" v="9"/>
          <ac:spMkLst>
            <pc:docMk/>
            <pc:sldMk cId="3227068504" sldId="259"/>
            <ac:spMk id="21" creationId="{D07DD2DE-F619-49DD-B5E7-03A290FF4ED1}"/>
          </ac:spMkLst>
        </pc:spChg>
        <pc:spChg chg="add">
          <ac:chgData name="Ndeye Ndiemé Dieng" userId="4317284b7c0fe062" providerId="Windows Live" clId="Web-{900C3A54-4A49-1B25-8A0F-3B6A3C9F39D6}" dt="2025-10-20T10:12:38.423" v="9"/>
          <ac:spMkLst>
            <pc:docMk/>
            <pc:sldMk cId="3227068504" sldId="259"/>
            <ac:spMk id="23" creationId="{85149191-5F60-4A28-AAFF-039F96B0F3EC}"/>
          </ac:spMkLst>
        </pc:spChg>
        <pc:spChg chg="add">
          <ac:chgData name="Ndeye Ndiemé Dieng" userId="4317284b7c0fe062" providerId="Windows Live" clId="Web-{900C3A54-4A49-1B25-8A0F-3B6A3C9F39D6}" dt="2025-10-20T10:12:38.423" v="9"/>
          <ac:spMkLst>
            <pc:docMk/>
            <pc:sldMk cId="3227068504" sldId="259"/>
            <ac:spMk id="25" creationId="{F8260ED5-17F7-4158-B241-D51DD4CF1B7E}"/>
          </ac:spMkLst>
        </pc:spChg>
      </pc:sldChg>
      <pc:sldChg chg="addSp delSp modSp add replId">
        <pc:chgData name="Ndeye Ndiemé Dieng" userId="4317284b7c0fe062" providerId="Windows Live" clId="Web-{900C3A54-4A49-1B25-8A0F-3B6A3C9F39D6}" dt="2025-10-20T10:18:45.239" v="18" actId="20577"/>
        <pc:sldMkLst>
          <pc:docMk/>
          <pc:sldMk cId="1529911323" sldId="264"/>
        </pc:sldMkLst>
        <pc:spChg chg="mod">
          <ac:chgData name="Ndeye Ndiemé Dieng" userId="4317284b7c0fe062" providerId="Windows Live" clId="Web-{900C3A54-4A49-1B25-8A0F-3B6A3C9F39D6}" dt="2025-10-20T10:18:45.239" v="18" actId="20577"/>
          <ac:spMkLst>
            <pc:docMk/>
            <pc:sldMk cId="1529911323" sldId="264"/>
            <ac:spMk id="2" creationId="{F8304215-E3A8-4B16-81D7-593A6BE7D688}"/>
          </ac:spMkLst>
        </pc:spChg>
      </pc:sldChg>
      <pc:sldChg chg="addSp delSp modSp add replId">
        <pc:chgData name="Ndeye Ndiemé Dieng" userId="4317284b7c0fe062" providerId="Windows Live" clId="Web-{900C3A54-4A49-1B25-8A0F-3B6A3C9F39D6}" dt="2025-10-20T10:25:09.070" v="172" actId="14100"/>
        <pc:sldMkLst>
          <pc:docMk/>
          <pc:sldMk cId="1671033457" sldId="265"/>
        </pc:sldMkLst>
        <pc:spChg chg="mod">
          <ac:chgData name="Ndeye Ndiemé Dieng" userId="4317284b7c0fe062" providerId="Windows Live" clId="Web-{900C3A54-4A49-1B25-8A0F-3B6A3C9F39D6}" dt="2025-10-20T10:25:09.070" v="172" actId="14100"/>
          <ac:spMkLst>
            <pc:docMk/>
            <pc:sldMk cId="1671033457" sldId="265"/>
            <ac:spMk id="2" creationId="{A0642253-CD40-E074-81DB-AB27530E0A0B}"/>
          </ac:spMkLst>
        </pc:spChg>
        <pc:picChg chg="add mod">
          <ac:chgData name="Ndeye Ndiemé Dieng" userId="4317284b7c0fe062" providerId="Windows Live" clId="Web-{900C3A54-4A49-1B25-8A0F-3B6A3C9F39D6}" dt="2025-10-20T10:19:58.505" v="22"/>
          <ac:picMkLst>
            <pc:docMk/>
            <pc:sldMk cId="1671033457" sldId="265"/>
            <ac:picMk id="4" creationId="{AA0737CC-F6D0-79EA-A97D-11EAAE911924}"/>
          </ac:picMkLst>
        </pc:picChg>
      </pc:sldChg>
      <pc:sldChg chg="addSp delSp modSp add del replId">
        <pc:chgData name="Ndeye Ndiemé Dieng" userId="4317284b7c0fe062" providerId="Windows Live" clId="Web-{900C3A54-4A49-1B25-8A0F-3B6A3C9F39D6}" dt="2025-10-20T14:07:58.930" v="255" actId="20577"/>
        <pc:sldMkLst>
          <pc:docMk/>
          <pc:sldMk cId="471518066" sldId="266"/>
        </pc:sldMkLst>
        <pc:spChg chg="mod">
          <ac:chgData name="Ndeye Ndiemé Dieng" userId="4317284b7c0fe062" providerId="Windows Live" clId="Web-{900C3A54-4A49-1B25-8A0F-3B6A3C9F39D6}" dt="2025-10-20T14:07:58.930" v="255" actId="20577"/>
          <ac:spMkLst>
            <pc:docMk/>
            <pc:sldMk cId="471518066" sldId="266"/>
            <ac:spMk id="2" creationId="{24AA63E5-953F-C77E-9978-1A5BBC792AFC}"/>
          </ac:spMkLst>
        </pc:spChg>
        <pc:picChg chg="add mod ord">
          <ac:chgData name="Ndeye Ndiemé Dieng" userId="4317284b7c0fe062" providerId="Windows Live" clId="Web-{900C3A54-4A49-1B25-8A0F-3B6A3C9F39D6}" dt="2025-10-20T10:20:31.162" v="32" actId="1076"/>
          <ac:picMkLst>
            <pc:docMk/>
            <pc:sldMk cId="471518066" sldId="266"/>
            <ac:picMk id="6" creationId="{A5536329-385C-F495-2E6D-95A2B82FB0D1}"/>
          </ac:picMkLst>
        </pc:picChg>
      </pc:sldChg>
      <pc:sldChg chg="addSp delSp modSp add replId">
        <pc:chgData name="Ndeye Ndiemé Dieng" userId="4317284b7c0fe062" providerId="Windows Live" clId="Web-{900C3A54-4A49-1B25-8A0F-3B6A3C9F39D6}" dt="2025-10-20T10:22:42.694" v="63" actId="1076"/>
        <pc:sldMkLst>
          <pc:docMk/>
          <pc:sldMk cId="3654205688" sldId="267"/>
        </pc:sldMkLst>
        <pc:spChg chg="mod">
          <ac:chgData name="Ndeye Ndiemé Dieng" userId="4317284b7c0fe062" providerId="Windows Live" clId="Web-{900C3A54-4A49-1B25-8A0F-3B6A3C9F39D6}" dt="2025-10-20T10:22:42.694" v="63" actId="1076"/>
          <ac:spMkLst>
            <pc:docMk/>
            <pc:sldMk cId="3654205688" sldId="267"/>
            <ac:spMk id="2" creationId="{3FB240EE-EC2E-464E-9587-C82656436C98}"/>
          </ac:spMkLst>
        </pc:spChg>
      </pc:sldChg>
    </pc:docChg>
  </pc:docChgLst>
  <pc:docChgLst>
    <pc:chgData name="Ndeye Ndiemé Dieng" userId="4317284b7c0fe062" providerId="LiveId" clId="{B5971000-367F-4563-ADA1-FD3F70F20CC0}"/>
    <pc:docChg chg="undo custSel addSld delSld modSld modNotesMaster">
      <pc:chgData name="Ndeye Ndiemé Dieng" userId="4317284b7c0fe062" providerId="LiveId" clId="{B5971000-367F-4563-ADA1-FD3F70F20CC0}" dt="2025-10-27T20:20:35.728" v="3113" actId="20577"/>
      <pc:docMkLst>
        <pc:docMk/>
      </pc:docMkLst>
      <pc:sldChg chg="addSp delSp modSp mod modNotesTx">
        <pc:chgData name="Ndeye Ndiemé Dieng" userId="4317284b7c0fe062" providerId="LiveId" clId="{B5971000-367F-4563-ADA1-FD3F70F20CC0}" dt="2025-10-27T20:20:35.728" v="3113" actId="20577"/>
        <pc:sldMkLst>
          <pc:docMk/>
          <pc:sldMk cId="3227068504" sldId="259"/>
        </pc:sldMkLst>
        <pc:spChg chg="add mod">
          <ac:chgData name="Ndeye Ndiemé Dieng" userId="4317284b7c0fe062" providerId="LiveId" clId="{B5971000-367F-4563-ADA1-FD3F70F20CC0}" dt="2025-10-27T18:20:19.189" v="2276" actId="113"/>
          <ac:spMkLst>
            <pc:docMk/>
            <pc:sldMk cId="3227068504" sldId="259"/>
            <ac:spMk id="5" creationId="{6B89157D-5044-1967-3891-F800B58E0104}"/>
          </ac:spMkLst>
        </pc:spChg>
        <pc:spChg chg="add mod">
          <ac:chgData name="Ndeye Ndiemé Dieng" userId="4317284b7c0fe062" providerId="LiveId" clId="{B5971000-367F-4563-ADA1-FD3F70F20CC0}" dt="2025-10-27T20:20:35.728" v="3113" actId="20577"/>
          <ac:spMkLst>
            <pc:docMk/>
            <pc:sldMk cId="3227068504" sldId="259"/>
            <ac:spMk id="6" creationId="{1BE0B72D-6738-3129-3B78-04C6E884A8DE}"/>
          </ac:spMkLst>
        </pc:spChg>
      </pc:sldChg>
      <pc:sldChg chg="addSp delSp modSp mod modNotesTx">
        <pc:chgData name="Ndeye Ndiemé Dieng" userId="4317284b7c0fe062" providerId="LiveId" clId="{B5971000-367F-4563-ADA1-FD3F70F20CC0}" dt="2025-10-27T19:43:31.336" v="2731" actId="20577"/>
        <pc:sldMkLst>
          <pc:docMk/>
          <pc:sldMk cId="1529911323" sldId="264"/>
        </pc:sldMkLst>
        <pc:spChg chg="mod">
          <ac:chgData name="Ndeye Ndiemé Dieng" userId="4317284b7c0fe062" providerId="LiveId" clId="{B5971000-367F-4563-ADA1-FD3F70F20CC0}" dt="2025-10-27T19:43:31.336" v="2731" actId="20577"/>
          <ac:spMkLst>
            <pc:docMk/>
            <pc:sldMk cId="1529911323" sldId="264"/>
            <ac:spMk id="2" creationId="{F8304215-E3A8-4B16-81D7-593A6BE7D688}"/>
          </ac:spMkLst>
        </pc:spChg>
        <pc:spChg chg="add mod">
          <ac:chgData name="Ndeye Ndiemé Dieng" userId="4317284b7c0fe062" providerId="LiveId" clId="{B5971000-367F-4563-ADA1-FD3F70F20CC0}" dt="2025-10-27T18:20:37.757" v="2278" actId="108"/>
          <ac:spMkLst>
            <pc:docMk/>
            <pc:sldMk cId="1529911323" sldId="264"/>
            <ac:spMk id="3" creationId="{B655ECC7-9D8D-256D-BEE9-5224107A3B58}"/>
          </ac:spMkLst>
        </pc:spChg>
        <pc:picChg chg="add mod">
          <ac:chgData name="Ndeye Ndiemé Dieng" userId="4317284b7c0fe062" providerId="LiveId" clId="{B5971000-367F-4563-ADA1-FD3F70F20CC0}" dt="2025-10-20T15:06:44.394" v="1387" actId="14100"/>
          <ac:picMkLst>
            <pc:docMk/>
            <pc:sldMk cId="1529911323" sldId="264"/>
            <ac:picMk id="4" creationId="{EF3B5621-F3C5-6163-3162-3FF930A23071}"/>
          </ac:picMkLst>
        </pc:picChg>
      </pc:sldChg>
      <pc:sldChg chg="addSp modSp mod">
        <pc:chgData name="Ndeye Ndiemé Dieng" userId="4317284b7c0fe062" providerId="LiveId" clId="{B5971000-367F-4563-ADA1-FD3F70F20CC0}" dt="2025-10-27T18:21:13.654" v="2284" actId="113"/>
        <pc:sldMkLst>
          <pc:docMk/>
          <pc:sldMk cId="1671033457" sldId="265"/>
        </pc:sldMkLst>
        <pc:spChg chg="mod">
          <ac:chgData name="Ndeye Ndiemé Dieng" userId="4317284b7c0fe062" providerId="LiveId" clId="{B5971000-367F-4563-ADA1-FD3F70F20CC0}" dt="2025-10-20T10:36:15.733" v="421" actId="20577"/>
          <ac:spMkLst>
            <pc:docMk/>
            <pc:sldMk cId="1671033457" sldId="265"/>
            <ac:spMk id="2" creationId="{A0642253-CD40-E074-81DB-AB27530E0A0B}"/>
          </ac:spMkLst>
        </pc:spChg>
        <pc:spChg chg="add mod">
          <ac:chgData name="Ndeye Ndiemé Dieng" userId="4317284b7c0fe062" providerId="LiveId" clId="{B5971000-367F-4563-ADA1-FD3F70F20CC0}" dt="2025-10-27T18:21:13.654" v="2284" actId="113"/>
          <ac:spMkLst>
            <pc:docMk/>
            <pc:sldMk cId="1671033457" sldId="265"/>
            <ac:spMk id="3" creationId="{CC798166-D2DF-89DF-3541-23902326A48F}"/>
          </ac:spMkLst>
        </pc:spChg>
      </pc:sldChg>
      <pc:sldChg chg="addSp modSp mod modNotesTx">
        <pc:chgData name="Ndeye Ndiemé Dieng" userId="4317284b7c0fe062" providerId="LiveId" clId="{B5971000-367F-4563-ADA1-FD3F70F20CC0}" dt="2025-10-27T18:21:31.211" v="2288" actId="113"/>
        <pc:sldMkLst>
          <pc:docMk/>
          <pc:sldMk cId="471518066" sldId="266"/>
        </pc:sldMkLst>
        <pc:spChg chg="add mod">
          <ac:chgData name="Ndeye Ndiemé Dieng" userId="4317284b7c0fe062" providerId="LiveId" clId="{B5971000-367F-4563-ADA1-FD3F70F20CC0}" dt="2025-10-27T18:21:31.211" v="2288" actId="113"/>
          <ac:spMkLst>
            <pc:docMk/>
            <pc:sldMk cId="471518066" sldId="266"/>
            <ac:spMk id="3" creationId="{C1E2F09E-671A-D230-99DC-08869B87B45C}"/>
          </ac:spMkLst>
        </pc:spChg>
      </pc:sldChg>
      <pc:sldChg chg="addSp delSp modSp mod modNotesTx">
        <pc:chgData name="Ndeye Ndiemé Dieng" userId="4317284b7c0fe062" providerId="LiveId" clId="{B5971000-367F-4563-ADA1-FD3F70F20CC0}" dt="2025-10-27T19:38:11.303" v="2586" actId="20577"/>
        <pc:sldMkLst>
          <pc:docMk/>
          <pc:sldMk cId="3654205688" sldId="267"/>
        </pc:sldMkLst>
        <pc:spChg chg="mod">
          <ac:chgData name="Ndeye Ndiemé Dieng" userId="4317284b7c0fe062" providerId="LiveId" clId="{B5971000-367F-4563-ADA1-FD3F70F20CC0}" dt="2025-10-27T19:38:11.303" v="2586" actId="20577"/>
          <ac:spMkLst>
            <pc:docMk/>
            <pc:sldMk cId="3654205688" sldId="267"/>
            <ac:spMk id="2" creationId="{3FB240EE-EC2E-464E-9587-C82656436C98}"/>
          </ac:spMkLst>
        </pc:spChg>
        <pc:spChg chg="add mod">
          <ac:chgData name="Ndeye Ndiemé Dieng" userId="4317284b7c0fe062" providerId="LiveId" clId="{B5971000-367F-4563-ADA1-FD3F70F20CC0}" dt="2025-10-27T18:21:42.471" v="2290" actId="255"/>
          <ac:spMkLst>
            <pc:docMk/>
            <pc:sldMk cId="3654205688" sldId="267"/>
            <ac:spMk id="6" creationId="{5D188DC5-B71C-6153-0102-B9B3414897B4}"/>
          </ac:spMkLst>
        </pc:spChg>
        <pc:picChg chg="add mod">
          <ac:chgData name="Ndeye Ndiemé Dieng" userId="4317284b7c0fe062" providerId="LiveId" clId="{B5971000-367F-4563-ADA1-FD3F70F20CC0}" dt="2025-10-27T17:54:22.803" v="1845" actId="1076"/>
          <ac:picMkLst>
            <pc:docMk/>
            <pc:sldMk cId="3654205688" sldId="267"/>
            <ac:picMk id="5" creationId="{30140456-5124-3234-F14E-22934568D163}"/>
          </ac:picMkLst>
        </pc:picChg>
      </pc:sldChg>
      <pc:sldChg chg="addSp delSp modSp add mod modNotesTx">
        <pc:chgData name="Ndeye Ndiemé Dieng" userId="4317284b7c0fe062" providerId="LiveId" clId="{B5971000-367F-4563-ADA1-FD3F70F20CC0}" dt="2025-10-27T18:53:55.811" v="2576" actId="20577"/>
        <pc:sldMkLst>
          <pc:docMk/>
          <pc:sldMk cId="1825482549" sldId="268"/>
        </pc:sldMkLst>
        <pc:spChg chg="mod">
          <ac:chgData name="Ndeye Ndiemé Dieng" userId="4317284b7c0fe062" providerId="LiveId" clId="{B5971000-367F-4563-ADA1-FD3F70F20CC0}" dt="2025-10-27T18:53:55.811" v="2576" actId="20577"/>
          <ac:spMkLst>
            <pc:docMk/>
            <pc:sldMk cId="1825482549" sldId="268"/>
            <ac:spMk id="2" creationId="{2E37D52B-07C4-DA47-1C73-FAACE8F81715}"/>
          </ac:spMkLst>
        </pc:spChg>
        <pc:spChg chg="add mod">
          <ac:chgData name="Ndeye Ndiemé Dieng" userId="4317284b7c0fe062" providerId="LiveId" clId="{B5971000-367F-4563-ADA1-FD3F70F20CC0}" dt="2025-10-27T18:22:01.411" v="2301" actId="20577"/>
          <ac:spMkLst>
            <pc:docMk/>
            <pc:sldMk cId="1825482549" sldId="268"/>
            <ac:spMk id="3" creationId="{B78A7ACB-9954-510A-D3B1-9A059ECE9A78}"/>
          </ac:spMkLst>
        </pc:spChg>
        <pc:picChg chg="add mod">
          <ac:chgData name="Ndeye Ndiemé Dieng" userId="4317284b7c0fe062" providerId="LiveId" clId="{B5971000-367F-4563-ADA1-FD3F70F20CC0}" dt="2025-10-20T15:36:40.125" v="1600" actId="14100"/>
          <ac:picMkLst>
            <pc:docMk/>
            <pc:sldMk cId="1825482549" sldId="268"/>
            <ac:picMk id="5" creationId="{BCBF41F9-4B98-22AD-E07D-DB4920CFF408}"/>
          </ac:picMkLst>
        </pc:picChg>
      </pc:sldChg>
      <pc:sldChg chg="modSp add mod">
        <pc:chgData name="Ndeye Ndiemé Dieng" userId="4317284b7c0fe062" providerId="LiveId" clId="{B5971000-367F-4563-ADA1-FD3F70F20CC0}" dt="2025-10-27T18:20:11.272" v="2274" actId="255"/>
        <pc:sldMkLst>
          <pc:docMk/>
          <pc:sldMk cId="837089220" sldId="269"/>
        </pc:sldMkLst>
        <pc:spChg chg="mod">
          <ac:chgData name="Ndeye Ndiemé Dieng" userId="4317284b7c0fe062" providerId="LiveId" clId="{B5971000-367F-4563-ADA1-FD3F70F20CC0}" dt="2025-10-27T18:20:11.272" v="2274" actId="255"/>
          <ac:spMkLst>
            <pc:docMk/>
            <pc:sldMk cId="837089220" sldId="269"/>
            <ac:spMk id="5" creationId="{ABE3968D-56B9-B5DE-5D45-9F6A6CF26C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85FD506-9DAC-456A-83B1-F896FA5F04F5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F822D9E-E275-4939-8298-D6757BB6FB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01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Evolutions du chiffre d’affaire / Evolution du nombre d’achats de clients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04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2D35-1A11-C101-F27B-58401033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59A354-2417-81F4-4543-8B04410BB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5E6743-9148-86C6-BF5F-EC616C994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Evolutions du chiffre d’affaire / Evolution du nombre d’achats de clients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0CB598-5DDB-1F8E-DE8B-EC44EFBC1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67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Proportion des ventes par catégorie de produit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99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fr-FR" sz="1300" dirty="0"/>
              <a:t>Le montant des achats des clients (montant du panier)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40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Evolution </a:t>
            </a:r>
            <a:r>
              <a:rPr lang="fr-FR" sz="1300" dirty="0"/>
              <a:t>du ratio (nombre d’achats des clients)/(nombre de visites) au cours du temps / Evolution du nombre de visites sur le site web au cours du temps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939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fr-FR" dirty="0"/>
              <a:t>Evolution </a:t>
            </a:r>
            <a:r>
              <a:rPr lang="fr-FR" sz="1300" dirty="0"/>
              <a:t>de la variabilité du temps passé par les visiteurs sur le site web (pour les sessions ayant abouti à un achat). / Le temps passé par les visiteurs sur le site web (pour les sessions ayant abouti à un achat) </a:t>
            </a:r>
          </a:p>
          <a:p>
            <a:pPr defTabSz="990752">
              <a:defRPr/>
            </a:pPr>
            <a:endParaRPr lang="fr-FR" sz="13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933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280E-BD88-A920-5C6B-235B1655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5F745C-30A2-8BB5-7416-04D4256D5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B2A4AF-2B46-CFF1-EBB0-C94B96AB9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fr-FR" sz="1300" dirty="0"/>
              <a:t>L’évolution du chiffre d’affaires dans les prochains mois.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47B02-5060-E69E-19CD-B32D1820E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22D9E-E275-4939-8298-D6757BB6FB2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39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fr-FR" sz="4800">
                <a:solidFill>
                  <a:srgbClr val="FFFFFF"/>
                </a:solidFill>
              </a:rPr>
              <a:t>RAPPORT MENSUEL DES ACTIONS MARKETING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endParaRPr lang="fr-FR">
              <a:solidFill>
                <a:srgbClr val="FFFFFF"/>
              </a:solidFill>
            </a:endParaRPr>
          </a:p>
        </p:txBody>
      </p:sp>
      <p:sp>
        <p:nvSpPr>
          <p:cNvPr id="56" name="Oval 42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Personne écrivant sur un bloc-notes">
            <a:extLst>
              <a:ext uri="{FF2B5EF4-FFF2-40B4-BE49-F238E27FC236}">
                <a16:creationId xmlns:a16="http://schemas.microsoft.com/office/drawing/2014/main" id="{72249E1B-6B5B-5DE6-3FBB-65BBA12C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" b="10625"/>
          <a:stretch>
            <a:fillRect/>
          </a:stretch>
        </p:blipFill>
        <p:spPr>
          <a:xfrm>
            <a:off x="6920559" y="2112500"/>
            <a:ext cx="3737164" cy="26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D0806-AE88-682B-3796-91622006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89157D-5044-1967-3891-F800B58E0104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CONTEXTE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E0B72D-6738-3129-3B78-04C6E884A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6" y="643097"/>
            <a:ext cx="6857993" cy="5533866"/>
          </a:xfrm>
        </p:spPr>
        <p:txBody>
          <a:bodyPr/>
          <a:lstStyle/>
          <a:p>
            <a:r>
              <a:rPr lang="fr-FR" dirty="0"/>
              <a:t>L’entreprise Grand Marché distribue des produits de type High-tech, nourriture et biens de consommations</a:t>
            </a:r>
          </a:p>
          <a:p>
            <a:r>
              <a:rPr lang="fr-FR" dirty="0"/>
              <a:t>En 2019 il a été décidé d’arrêter de vendre des </a:t>
            </a:r>
            <a:r>
              <a:rPr lang="fr-FR"/>
              <a:t>produit High-tech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706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999BE-6D3C-F8CD-91C0-CA623B06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38CF1C-5D4D-716C-1157-245B71A1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54AF6-3E6F-19E2-8A8E-76F5313C9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1DBA12-3185-C8F7-3577-E11330B8C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3A1BE6-1587-A6E4-0359-3A5C378D9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D35B0D5-3758-640E-B18E-8EF599EA5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0EC569-034A-C04C-BB7D-C571A520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417" y="2500865"/>
            <a:ext cx="4101864" cy="3393231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Le chiffre </a:t>
            </a:r>
            <a:r>
              <a:rPr lang="en-US" sz="1600" err="1">
                <a:solidFill>
                  <a:srgbClr val="FFFFFF"/>
                </a:solidFill>
              </a:rPr>
              <a:t>d'affaire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est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en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baisse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depuis</a:t>
            </a:r>
            <a:r>
              <a:rPr lang="en-US" sz="1600">
                <a:solidFill>
                  <a:srgbClr val="FFFFFF"/>
                </a:solidFill>
              </a:rPr>
              <a:t> Janvier 2020, malgré </a:t>
            </a:r>
            <a:r>
              <a:rPr lang="en-US" sz="1600" err="1">
                <a:solidFill>
                  <a:srgbClr val="FFFFFF"/>
                </a:solidFill>
              </a:rPr>
              <a:t>une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hausse</a:t>
            </a:r>
            <a:r>
              <a:rPr lang="en-US" sz="1600">
                <a:solidFill>
                  <a:srgbClr val="FFFFFF"/>
                </a:solidFill>
              </a:rPr>
              <a:t> des ventes.</a:t>
            </a:r>
            <a:br>
              <a:rPr lang="en-US" sz="16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Cette </a:t>
            </a:r>
            <a:r>
              <a:rPr lang="en-US" sz="1600" err="1">
                <a:solidFill>
                  <a:srgbClr val="FFFFFF"/>
                </a:solidFill>
              </a:rPr>
              <a:t>baisse</a:t>
            </a:r>
            <a:r>
              <a:rPr lang="en-US" sz="1600">
                <a:solidFill>
                  <a:srgbClr val="FFFFFF"/>
                </a:solidFill>
              </a:rPr>
              <a:t> </a:t>
            </a:r>
            <a:r>
              <a:rPr lang="en-US" sz="1600" err="1">
                <a:solidFill>
                  <a:srgbClr val="FFFFFF"/>
                </a:solidFill>
              </a:rPr>
              <a:t>est</a:t>
            </a:r>
            <a:r>
              <a:rPr lang="en-US" sz="1600">
                <a:solidFill>
                  <a:srgbClr val="FFFFFF"/>
                </a:solidFill>
              </a:rPr>
              <a:t> due à </a:t>
            </a:r>
            <a:r>
              <a:rPr lang="en-US" sz="1600" err="1">
                <a:solidFill>
                  <a:srgbClr val="FFFFFF"/>
                </a:solidFill>
              </a:rPr>
              <a:t>l’arrêt</a:t>
            </a:r>
            <a:r>
              <a:rPr lang="en-US" sz="1600">
                <a:solidFill>
                  <a:srgbClr val="FFFFFF"/>
                </a:solidFill>
              </a:rPr>
              <a:t> de la vente des </a:t>
            </a:r>
            <a:r>
              <a:rPr lang="en-US" sz="1600" err="1">
                <a:solidFill>
                  <a:srgbClr val="FFFFFF"/>
                </a:solidFill>
              </a:rPr>
              <a:t>produits</a:t>
            </a:r>
            <a:r>
              <a:rPr lang="en-US" sz="1600">
                <a:solidFill>
                  <a:srgbClr val="FFFFFF"/>
                </a:solidFill>
              </a:rPr>
              <a:t> high tech</a:t>
            </a:r>
            <a:endParaRPr lang="en-US" sz="1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C38B0D96-18DC-B362-CB71-74CBBDE08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9049" y="619991"/>
            <a:ext cx="7225748" cy="561801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BE3968D-56B9-B5DE-5D45-9F6A6CF26C3C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EVOLUTION DU CHIFFRE D’AFFAIRE</a:t>
            </a:r>
          </a:p>
        </p:txBody>
      </p:sp>
    </p:spTree>
    <p:extLst>
      <p:ext uri="{BB962C8B-B14F-4D97-AF65-F5344CB8AC3E}">
        <p14:creationId xmlns:p14="http://schemas.microsoft.com/office/powerpoint/2010/main" val="83708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498AF-210A-8ECC-CC74-55B83B9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E66BB2A-E538-983D-BDD7-3C13DFDCF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B84EF0-1B6B-4152-28D6-871E51857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0E976-1066-FDF3-C74F-110FC3396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F4D58F-5408-3CC6-12F7-23154AFB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10C071C-B26C-6CFE-AF03-16CF2DCA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304215-E3A8-4B16-81D7-593A6BE7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7" y="2501549"/>
            <a:ext cx="3946505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 dirty="0" err="1">
                <a:solidFill>
                  <a:srgbClr val="FFFFFF"/>
                </a:solidFill>
              </a:rPr>
              <a:t>Depuis</a:t>
            </a:r>
            <a:r>
              <a:rPr lang="en-US" sz="1800" dirty="0">
                <a:solidFill>
                  <a:srgbClr val="FFFFFF"/>
                </a:solidFill>
              </a:rPr>
              <a:t> le </a:t>
            </a:r>
            <a:r>
              <a:rPr lang="en-US" sz="1800" dirty="0" err="1">
                <a:solidFill>
                  <a:srgbClr val="FFFFFF"/>
                </a:solidFill>
              </a:rPr>
              <a:t>mois</a:t>
            </a:r>
            <a:r>
              <a:rPr lang="en-US" sz="1800" dirty="0">
                <a:solidFill>
                  <a:srgbClr val="FFFFFF"/>
                </a:solidFill>
              </a:rPr>
              <a:t> de Janvier la </a:t>
            </a:r>
            <a:r>
              <a:rPr lang="en-US" sz="1800" dirty="0" err="1">
                <a:solidFill>
                  <a:srgbClr val="FFFFFF"/>
                </a:solidFill>
              </a:rPr>
              <a:t>majorité</a:t>
            </a:r>
            <a:r>
              <a:rPr lang="en-US" sz="1800" dirty="0">
                <a:solidFill>
                  <a:srgbClr val="FFFFFF"/>
                </a:solidFill>
              </a:rPr>
              <a:t> du chiffre </a:t>
            </a:r>
            <a:r>
              <a:rPr lang="en-US" sz="1800" dirty="0" err="1">
                <a:solidFill>
                  <a:srgbClr val="FFFFFF"/>
                </a:solidFill>
              </a:rPr>
              <a:t>d’affaire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est</a:t>
            </a:r>
            <a:r>
              <a:rPr lang="en-US" sz="1800" dirty="0">
                <a:solidFill>
                  <a:srgbClr val="FFFFFF"/>
                </a:solidFill>
              </a:rPr>
              <a:t> du au segment </a:t>
            </a:r>
            <a:r>
              <a:rPr lang="en-US" sz="1800" dirty="0" err="1">
                <a:solidFill>
                  <a:srgbClr val="FFFFFF"/>
                </a:solidFill>
              </a:rPr>
              <a:t>nourriture</a:t>
            </a:r>
            <a:endParaRPr lang="en-US" sz="1800" dirty="0">
              <a:solidFill>
                <a:srgbClr val="000000"/>
              </a:solidFill>
            </a:endParaRPr>
          </a:p>
          <a:p>
            <a:endParaRPr lang="en-US" sz="1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F3B5621-F3C5-6163-3162-3FF930A23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573" y="44515"/>
            <a:ext cx="7673223" cy="596806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655ECC7-9D8D-256D-BEE9-5224107A3B58}"/>
              </a:ext>
            </a:extLst>
          </p:cNvPr>
          <p:cNvSpPr txBox="1"/>
          <p:nvPr/>
        </p:nvSpPr>
        <p:spPr>
          <a:xfrm>
            <a:off x="4038604" y="0"/>
            <a:ext cx="7570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2000" b="1"/>
            </a:lvl1pPr>
          </a:lstStyle>
          <a:p>
            <a:r>
              <a:rPr lang="fr-FR" dirty="0"/>
              <a:t>REPARTITION DU CHIFFRE D’AFFAIRE</a:t>
            </a:r>
          </a:p>
        </p:txBody>
      </p:sp>
    </p:spTree>
    <p:extLst>
      <p:ext uri="{BB962C8B-B14F-4D97-AF65-F5344CB8AC3E}">
        <p14:creationId xmlns:p14="http://schemas.microsoft.com/office/powerpoint/2010/main" val="152991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9F517-3D87-C7BF-E15B-FC50E933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992AA4-95B1-A6B3-0417-82A0C99C7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175957-597A-11F6-E683-BC62AE9E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4B46DF-4634-FB3E-EFC9-8A0EBF38B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42652D-3CC6-06DC-5682-76EADFE5B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B969A3F-AAD0-CA54-B482-342E1031C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642253-CD40-E074-81DB-AB27530E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1" y="2500865"/>
            <a:ext cx="4028418" cy="3384050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300">
                <a:solidFill>
                  <a:srgbClr val="FFFFFF"/>
                </a:solidFill>
              </a:rPr>
              <a:t>Les clients </a:t>
            </a:r>
            <a:r>
              <a:rPr lang="en-US" sz="2300" err="1">
                <a:solidFill>
                  <a:srgbClr val="FFFFFF"/>
                </a:solidFill>
              </a:rPr>
              <a:t>achètent</a:t>
            </a:r>
            <a:r>
              <a:rPr lang="en-US" sz="2300">
                <a:solidFill>
                  <a:srgbClr val="FFFFFF"/>
                </a:solidFill>
              </a:rPr>
              <a:t> </a:t>
            </a:r>
            <a:r>
              <a:rPr lang="en-US" sz="2300" err="1">
                <a:solidFill>
                  <a:srgbClr val="FFFFFF"/>
                </a:solidFill>
              </a:rPr>
              <a:t>majoritairement</a:t>
            </a:r>
            <a:r>
              <a:rPr lang="en-US" sz="2300">
                <a:solidFill>
                  <a:srgbClr val="FFFFFF"/>
                </a:solidFill>
              </a:rPr>
              <a:t> des </a:t>
            </a:r>
            <a:r>
              <a:rPr lang="en-US" sz="2300" err="1">
                <a:solidFill>
                  <a:srgbClr val="FFFFFF"/>
                </a:solidFill>
              </a:rPr>
              <a:t>produits</a:t>
            </a:r>
            <a:r>
              <a:rPr lang="en-US" sz="2300">
                <a:solidFill>
                  <a:srgbClr val="FFFFFF"/>
                </a:solidFill>
              </a:rPr>
              <a:t> de type nourriture</a:t>
            </a:r>
            <a:endParaRPr lang="en-US" sz="1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diagramme, capture d’écran, pixel&#10;&#10;Le contenu généré par l’IA peut être incorrect.">
            <a:extLst>
              <a:ext uri="{FF2B5EF4-FFF2-40B4-BE49-F238E27FC236}">
                <a16:creationId xmlns:a16="http://schemas.microsoft.com/office/drawing/2014/main" id="{AA0737CC-F6D0-79EA-A97D-11EAAE911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61646" y="961812"/>
            <a:ext cx="6342106" cy="493098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C798166-D2DF-89DF-3541-23902326A48F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MONTANT DU PANIER</a:t>
            </a:r>
          </a:p>
        </p:txBody>
      </p:sp>
    </p:spTree>
    <p:extLst>
      <p:ext uri="{BB962C8B-B14F-4D97-AF65-F5344CB8AC3E}">
        <p14:creationId xmlns:p14="http://schemas.microsoft.com/office/powerpoint/2010/main" val="167103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B99A7-D312-A6C2-F875-40E07284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365C8-C5F9-06AC-BC9C-3D9B1013C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5B77C-D4CD-386B-F776-520F4ACB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DD2A9B-F862-4D5F-8495-4CAE84A4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979BAF-DFD1-3221-EE2B-1A34DD95D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E14168F-5DBB-062C-9CDE-319434413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AA63E5-953F-C77E-9978-1A5BBC79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1" y="2179540"/>
            <a:ext cx="402841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Malgré </a:t>
            </a:r>
            <a:r>
              <a:rPr lang="en-US" sz="2800" dirty="0" err="1">
                <a:solidFill>
                  <a:srgbClr val="FFFFFF"/>
                </a:solidFill>
              </a:rPr>
              <a:t>l'augmentation</a:t>
            </a:r>
            <a:r>
              <a:rPr lang="en-US" sz="2800" dirty="0">
                <a:solidFill>
                  <a:srgbClr val="FFFFFF"/>
                </a:solidFill>
              </a:rPr>
              <a:t> du </a:t>
            </a:r>
            <a:r>
              <a:rPr lang="en-US" sz="2800" dirty="0" err="1">
                <a:solidFill>
                  <a:srgbClr val="FFFFFF"/>
                </a:solidFill>
              </a:rPr>
              <a:t>nombre</a:t>
            </a:r>
            <a:r>
              <a:rPr lang="en-US" sz="2800" dirty="0">
                <a:solidFill>
                  <a:srgbClr val="FFFFFF"/>
                </a:solidFill>
              </a:rPr>
              <a:t> de </a:t>
            </a:r>
            <a:r>
              <a:rPr lang="en-US" sz="2800" dirty="0" err="1">
                <a:solidFill>
                  <a:srgbClr val="FFFFFF"/>
                </a:solidFill>
              </a:rPr>
              <a:t>visite</a:t>
            </a:r>
            <a:r>
              <a:rPr lang="en-US" sz="2800" dirty="0">
                <a:solidFill>
                  <a:srgbClr val="FFFFFF"/>
                </a:solidFill>
              </a:rPr>
              <a:t> du site, le </a:t>
            </a:r>
            <a:r>
              <a:rPr lang="en-US" sz="2800" dirty="0" err="1">
                <a:solidFill>
                  <a:srgbClr val="FFFFFF"/>
                </a:solidFill>
              </a:rPr>
              <a:t>taux</a:t>
            </a:r>
            <a:r>
              <a:rPr lang="en-US" sz="2800" dirty="0">
                <a:solidFill>
                  <a:srgbClr val="FFFFFF"/>
                </a:solidFill>
              </a:rPr>
              <a:t> de conversion </a:t>
            </a:r>
            <a:r>
              <a:rPr lang="en-US" sz="2800" dirty="0" err="1">
                <a:solidFill>
                  <a:srgbClr val="FFFFFF"/>
                </a:solidFill>
              </a:rPr>
              <a:t>diminue</a:t>
            </a:r>
          </a:p>
          <a:p>
            <a:endParaRPr lang="en-US" sz="16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6" name="Espace réservé du contenu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A5536329-385C-F495-2E6D-95A2B82FB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55641" y="907553"/>
            <a:ext cx="5600188" cy="435133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1E2F09E-671A-D230-99DC-08869B87B45C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TAUX DE CONVERSION</a:t>
            </a:r>
          </a:p>
        </p:txBody>
      </p:sp>
    </p:spTree>
    <p:extLst>
      <p:ext uri="{BB962C8B-B14F-4D97-AF65-F5344CB8AC3E}">
        <p14:creationId xmlns:p14="http://schemas.microsoft.com/office/powerpoint/2010/main" val="47151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718EB-E068-58AB-B73B-BB25FFC6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1782884-6541-5857-68EF-7795D062F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2A800D-1A64-5DC7-17A8-B20977ADC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4BA0EC-90F7-B1E2-5CE9-420094A8D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939D77-B81D-5CDA-78CB-C4DF1FF5E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ED8F8DB-15F4-3A63-BDE0-72A55DF29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B240EE-EC2E-464E-9587-C8265643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031" y="2225443"/>
            <a:ext cx="4193671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fr-FR" sz="2500" dirty="0">
                <a:solidFill>
                  <a:srgbClr val="FFFFFF"/>
                </a:solidFill>
              </a:rPr>
              <a:t>Le montant du panier est proportionnel au temps passé sur le site.</a:t>
            </a:r>
            <a:endParaRPr lang="fr-FR" dirty="0"/>
          </a:p>
          <a:p>
            <a:endParaRPr lang="en-US" sz="1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140456-5124-3234-F14E-22934568D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771" y="945733"/>
            <a:ext cx="6514514" cy="50668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D188DC5-B71C-6153-0102-B9B3414897B4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TEMPS PASSE SUR LE SITE PAR RAPPORT AUX MONTANT DES ACHATS</a:t>
            </a:r>
          </a:p>
        </p:txBody>
      </p:sp>
    </p:spTree>
    <p:extLst>
      <p:ext uri="{BB962C8B-B14F-4D97-AF65-F5344CB8AC3E}">
        <p14:creationId xmlns:p14="http://schemas.microsoft.com/office/powerpoint/2010/main" val="365420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C6CED-5878-182E-0215-F2FE4E6B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CA707E-FAC0-6DCE-F5F7-34E433544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AA321-1C7A-66C4-96B7-8D7BC6DB7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CA857-678B-46DE-4286-501C07E7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00EE9A-3310-7DC6-1A74-8C12A512A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514B386-CCF7-3F79-2E8A-494DCAFAC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37D52B-07C4-DA47-1C73-FAACE8F8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031" y="2225443"/>
            <a:ext cx="4193671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fr-FR" sz="2500" dirty="0">
                <a:solidFill>
                  <a:srgbClr val="FFFFFF"/>
                </a:solidFill>
              </a:rPr>
              <a:t>Le chiffre d’affaire va stagner dans les prochains mois. Cette stagnation est due à la constances des achats des produits des segments nourritures et biens de consommation </a:t>
            </a:r>
            <a:br>
              <a:rPr lang="fr-FR" sz="2500" dirty="0">
                <a:solidFill>
                  <a:srgbClr val="FFFFFF"/>
                </a:solidFill>
              </a:rPr>
            </a:br>
            <a:endParaRPr lang="fr-FR" dirty="0"/>
          </a:p>
          <a:p>
            <a:endParaRPr lang="en-US" sz="1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BF41F9-4B98-22AD-E07D-DB4920CFF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100" y="227656"/>
            <a:ext cx="7582939" cy="589784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78A7ACB-9954-510A-D3B1-9A059ECE9A78}"/>
              </a:ext>
            </a:extLst>
          </p:cNvPr>
          <p:cNvSpPr txBox="1"/>
          <p:nvPr/>
        </p:nvSpPr>
        <p:spPr>
          <a:xfrm>
            <a:off x="4163958" y="0"/>
            <a:ext cx="757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254825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301</Words>
  <Application>Microsoft Office PowerPoint</Application>
  <PresentationFormat>Grand écran</PresentationFormat>
  <Paragraphs>30</Paragraphs>
  <Slides>8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RAPPORT MENSUEL DES ACTIONS MARKETING</vt:lpstr>
      <vt:lpstr>Présentation PowerPoint</vt:lpstr>
      <vt:lpstr>Le chiffre d'affaire est en baisse depuis Janvier 2020, malgré une hausse des ventes. Cette baisse est due à l’arrêt de la vente des produits high tech</vt:lpstr>
      <vt:lpstr>Depuis le mois de Janvier la majorité du chiffre d’affaire est du au segment nourriture </vt:lpstr>
      <vt:lpstr>Les clients achètent majoritairement des produits de type nourriture</vt:lpstr>
      <vt:lpstr>Malgré l'augmentation du nombre de visite du site, le taux de conversion diminue </vt:lpstr>
      <vt:lpstr>Le montant du panier est proportionnel au temps passé sur le site. </vt:lpstr>
      <vt:lpstr>Le chiffre d’affaire va stagner dans les prochains mois. Cette stagnation est due à la constances des achats des produits des segments nourritures et biens de consommation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Ndeye Ndiemé Dieng</cp:lastModifiedBy>
  <cp:revision>4</cp:revision>
  <cp:lastPrinted>2025-10-27T16:52:43Z</cp:lastPrinted>
  <dcterms:created xsi:type="dcterms:W3CDTF">2025-10-17T08:08:47Z</dcterms:created>
  <dcterms:modified xsi:type="dcterms:W3CDTF">2025-11-17T16:23:16Z</dcterms:modified>
</cp:coreProperties>
</file>